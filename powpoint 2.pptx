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3010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20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543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21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352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41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947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5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8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85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2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44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12728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549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26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47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96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47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526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540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078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250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68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95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9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2301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983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F071114-502B-4669-9B52-CA1DCE565A50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6E333C6-90E9-49CE-8133-6D38C5AB047D}" type="slidenum">
              <a:rPr lang="vi-VN" smtClean="0"/>
              <a:t>‹#›</a:t>
            </a:fld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476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5E3D5D2-BA43-189A-28FA-F464149D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9CE8FB6A-6ABA-D914-015B-62D804C08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85" y="4506686"/>
            <a:ext cx="6641707" cy="1349598"/>
          </a:xfrm>
        </p:spPr>
        <p:txBody>
          <a:bodyPr>
            <a:normAutofit/>
          </a:bodyPr>
          <a:lstStyle/>
          <a:p>
            <a:r>
              <a:rPr lang="vi-VN" sz="1700" dirty="0"/>
              <a:t>PTIT-LEARNING</a:t>
            </a:r>
          </a:p>
          <a:p>
            <a:r>
              <a:rPr lang="vi-VN" sz="1700" dirty="0"/>
              <a:t>TÍNH NĂNG: LỚP HỌC ẢO</a:t>
            </a:r>
          </a:p>
          <a:p>
            <a:r>
              <a:rPr lang="vi-VN" sz="1700" dirty="0"/>
              <a:t>Học trực tuyến dễ dàng – Kết nối mọi lúc – Học tập hiệu quả</a:t>
            </a:r>
          </a:p>
          <a:p>
            <a:endParaRPr lang="vi-VN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CE88EBA-8762-4FBB-C046-3449A06B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05" y="1001715"/>
            <a:ext cx="9140954" cy="334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0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78CA363-63AC-4D50-FAEF-82DE61E8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000" dirty="0">
                <a:solidFill>
                  <a:srgbClr val="FFFF00"/>
                </a:solidFill>
              </a:rPr>
              <a:t>Bảng thông sổ đăng kí và biểu đồ</a:t>
            </a:r>
            <a:endParaRPr lang="en-US" sz="2000" dirty="0">
              <a:solidFill>
                <a:srgbClr val="FFFF00"/>
              </a:solidFill>
            </a:endParaRPr>
          </a:p>
        </p:txBody>
      </p:sp>
      <p:pic>
        <p:nvPicPr>
          <p:cNvPr id="5" name="Chỗ dành sẵn cho Hình ảnh 4">
            <a:extLst>
              <a:ext uri="{FF2B5EF4-FFF2-40B4-BE49-F238E27FC236}">
                <a16:creationId xmlns:a16="http://schemas.microsoft.com/office/drawing/2014/main" id="{EFD68708-195C-70DF-EBB2-A38A19FF1F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/>
        </p:blipFill>
        <p:spPr>
          <a:xfrm>
            <a:off x="4525409" y="818606"/>
            <a:ext cx="7666591" cy="4515394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32298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4BF495-C8FD-53D5-6EB4-17206B76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170A150-0384-7921-1E2C-4E42FF1F06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0" y="3901440"/>
            <a:ext cx="7498081" cy="1828800"/>
          </a:xfrm>
        </p:spPr>
        <p:txBody>
          <a:bodyPr>
            <a:normAutofit/>
          </a:bodyPr>
          <a:lstStyle/>
          <a:p>
            <a:r>
              <a:rPr lang="vi-VN" sz="2800" dirty="0"/>
              <a:t>                                 tổng kết </a:t>
            </a:r>
          </a:p>
          <a:p>
            <a:r>
              <a:rPr lang="vi-VN" sz="1800" dirty="0"/>
              <a:t>Học viên mới :9200 học viên              Doanh thu : 1.28 tỉ VND</a:t>
            </a:r>
          </a:p>
          <a:p>
            <a:r>
              <a:rPr lang="vi-VN" sz="1800" dirty="0"/>
              <a:t>Khóa học </a:t>
            </a:r>
            <a:r>
              <a:rPr lang="vi-VN" sz="1800" dirty="0" err="1"/>
              <a:t>dg</a:t>
            </a:r>
            <a:r>
              <a:rPr lang="vi-VN" sz="1800" dirty="0"/>
              <a:t> mở: 66 khóa                   Tỉ xuất lợi nhuận </a:t>
            </a:r>
            <a:r>
              <a:rPr lang="vi-VN" sz="1800" dirty="0" err="1"/>
              <a:t>tămg</a:t>
            </a:r>
            <a:r>
              <a:rPr lang="vi-VN" sz="1800" dirty="0"/>
              <a:t> 28 %</a:t>
            </a:r>
          </a:p>
          <a:p>
            <a:endParaRPr lang="vi-VN" sz="1800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3868A6D8-D334-35DF-D307-72AA4E3B3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0" y="914401"/>
            <a:ext cx="761216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31494"/>
      </p:ext>
    </p:extLst>
  </p:cSld>
  <p:clrMapOvr>
    <a:masterClrMapping/>
  </p:clrMapOvr>
</p:sld>
</file>

<file path=ppt/theme/theme1.xml><?xml version="1.0" encoding="utf-8"?>
<a:theme xmlns:a="http://schemas.openxmlformats.org/drawingml/2006/main" name="Chuyển màu đậm">
  <a:themeElements>
    <a:clrScheme name="Chuyển màu đậm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</TotalTime>
  <Words>60</Words>
  <Application>Microsoft Office PowerPoint</Application>
  <PresentationFormat>Màn hình rộng</PresentationFormat>
  <Paragraphs>7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7" baseType="lpstr">
      <vt:lpstr>Aptos</vt:lpstr>
      <vt:lpstr>Arial</vt:lpstr>
      <vt:lpstr>Arial Nova Light</vt:lpstr>
      <vt:lpstr>Chuyển màu đậm</vt:lpstr>
      <vt:lpstr>Bản trình bày PowerPoint</vt:lpstr>
      <vt:lpstr>Bảng thông sổ đăng kí và biểu đồ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adaptable14 ✅</dc:creator>
  <cp:lastModifiedBy>adaptable14 ✅</cp:lastModifiedBy>
  <cp:revision>1</cp:revision>
  <dcterms:created xsi:type="dcterms:W3CDTF">2026-10-26T14:30:41Z</dcterms:created>
  <dcterms:modified xsi:type="dcterms:W3CDTF">2026-10-26T14:39:43Z</dcterms:modified>
</cp:coreProperties>
</file>